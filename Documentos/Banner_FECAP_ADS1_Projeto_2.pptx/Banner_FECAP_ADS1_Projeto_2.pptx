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28800425" cy="43200638"/>
  <p:notesSz cx="6858000" cy="9144000"/>
  <p:embeddedFontLst>
    <p:embeddedFont>
      <p:font typeface="Open Sans" panose="020B0606030504020204" pitchFamily="34" charset="0"/>
      <p:regular r:id="rId7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62" y="1008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customschemas.google.com/relationships/presentationmetadata" Target="metadata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 desktop para </a:t>
            </a:r>
            <a:r>
              <a:rPr lang="en-US" sz="1143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jogos</a:t>
            </a: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143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educaionais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136933" y="6355587"/>
            <a:ext cx="27793601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Andr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é Seiji Shiroma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Marcos Almeida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Daloia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Fabio Augusto Camillo Rodrigues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Lucy Mari, Ronaldo Araujo, Renata Muniz, Aimar Martins, Eduardo Savino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209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/>
              <a:t>SOMMERVILLE, Ian. Engenharia de software. 10. ed. São Paulo: Pearson, 2018. xi, 756 p. ISBN 9788543024974</a:t>
            </a:r>
          </a:p>
          <a:p>
            <a:pPr lvl="0" algn="just">
              <a:lnSpc>
                <a:spcPct val="140000"/>
              </a:lnSpc>
            </a:pPr>
            <a:endParaRPr lang="pt-BR" sz="3430" dirty="0"/>
          </a:p>
          <a:p>
            <a:pPr lvl="0" algn="just">
              <a:lnSpc>
                <a:spcPct val="140000"/>
              </a:lnSpc>
            </a:pPr>
            <a:r>
              <a:rPr lang="pt-BR" sz="3430" dirty="0"/>
              <a:t>VALENTE, Marco Tulio. Engenharia de software moderna: princípios e práticas para desenvolvimento de software com produtividade. Belo Horizonte: Marco Tulio Valente, 2020. </a:t>
            </a:r>
            <a:r>
              <a:rPr lang="pt-BR" sz="3430" dirty="0" err="1"/>
              <a:t>iv</a:t>
            </a:r>
            <a:r>
              <a:rPr lang="pt-BR" sz="3430" dirty="0"/>
              <a:t>, 395 p. ISBN 9786500019506</a:t>
            </a:r>
            <a:r>
              <a:rPr lang="pt-BR" sz="3600" dirty="0"/>
              <a:t>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Linguagem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Programação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C# (.NET) 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Gráfica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WinForms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WPF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criação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interface desktop.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Banco de Dados: SQLite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persistência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local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segura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dos dados.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Arquitetura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ADO.NET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aplicação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com o banco de dados 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Modelagem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Figma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Draw.io para design de interface.</a:t>
            </a:r>
          </a:p>
          <a:p>
            <a:pPr marR="0" lvl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  Todo o código será distribuído no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Github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para controle e colaboração.</a:t>
            </a:r>
            <a:endParaRPr lang="en-US" sz="343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695433" y="11586597"/>
            <a:ext cx="12562800" cy="6952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Descontrole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acesso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Inexistência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ferramenta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centralizada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gerenciar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jogos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assinaturas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Vulnerabilidade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segurança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Necessidade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Validar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IPs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autorizados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evitar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indevidos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limites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Dificuldade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monitorar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bloquear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após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aingir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cota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contratada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Falta de dados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Ausência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relatórios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precisos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sobre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consume de games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por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instituição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9169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A Messier Data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Creative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é uma empresa especializada em desenvolvimento de jogos e experiências interativa e está expandindo sua atuação para o mercado educacional com uma plataforma de jogos digitais voltada para escolas de ensino fundamental e médio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  Para isso é preciso desenvolver um aplicativo desktop que centralize a gestão de assinaturas de jogos educacionais por escolas, controlando pacotes contratados, validação por IP autorizado, limites de acessos mensais e geração de relatórios de consumo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2072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 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implementação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aplicativo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desktop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consolidou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viabilidade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técina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plataforma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Messier Data Creative,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centralizando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ferramentas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C#.NET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proporcionando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experiência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fluída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instiuições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Ensino.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Destaque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resultados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obtidos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Controle de acesso eficiente: 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validação por IP reduziu a tentativas de login for a do ambiente escolar contratado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Gestão de limites em tempo real: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 monitoramento de cotas mensais permitiu o bloqueio automático e inteligente, com notificações preventivas antes do esgotamento da franquia de acessos</a:t>
            </a:r>
            <a:r>
              <a:rPr lang="pt-BR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3430" b="1" dirty="0"/>
              <a:t>Segurança e persistência:</a:t>
            </a:r>
            <a:r>
              <a:rPr lang="pt-BR" sz="3430" dirty="0"/>
              <a:t> O uso do banco de dados </a:t>
            </a:r>
            <a:r>
              <a:rPr lang="pt-BR" sz="3430" dirty="0" err="1"/>
              <a:t>SQLite</a:t>
            </a:r>
            <a:r>
              <a:rPr lang="pt-BR" sz="3430" dirty="0"/>
              <a:t> assegurou a integridade das informações de uso localmente, mesmo em cenários de instabilidade de conexão de internet.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pt-BR" sz="3430" b="1" dirty="0"/>
              <a:t>Inteligência de dados: </a:t>
            </a:r>
            <a:r>
              <a:rPr lang="pt-BR" sz="3430" dirty="0"/>
              <a:t>Geração de relatórios detalhados ofereceu as instituições escolares uma visão mais clara do engajamento dos alunos, identificando os jogos de maior impacto pedagógico</a:t>
            </a: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pt-BR" sz="3430" dirty="0"/>
          </a:p>
          <a:p>
            <a:pPr lvl="0" algn="just">
              <a:lnSpc>
                <a:spcPct val="140000"/>
              </a:lnSpc>
            </a:pPr>
            <a:r>
              <a:rPr lang="pt-BR" sz="3430" dirty="0"/>
              <a:t>   A solução não apenas resolveu a vulnerabilidade de segurança e a falta de dados, mas também estabeleceu uma infraestrutura escalável para expansões futuras no mercado educacional</a:t>
            </a:r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457200" algn="just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CB940A1AFFE242948B49F7727FC6C5" ma:contentTypeVersion="8" ma:contentTypeDescription="Create a new document." ma:contentTypeScope="" ma:versionID="eea08922948797a0154eb381aef7a35c">
  <xsd:schema xmlns:xsd="http://www.w3.org/2001/XMLSchema" xmlns:xs="http://www.w3.org/2001/XMLSchema" xmlns:p="http://schemas.microsoft.com/office/2006/metadata/properties" xmlns:ns3="cad2fdee-5bc2-4e59-8f6d-8fb6c4a72a29" targetNamespace="http://schemas.microsoft.com/office/2006/metadata/properties" ma:root="true" ma:fieldsID="e92963fed0ff9d6840fb029328c2f8e5" ns3:_="">
    <xsd:import namespace="cad2fdee-5bc2-4e59-8f6d-8fb6c4a72a2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d2fdee-5bc2-4e59-8f6d-8fb6c4a72a2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EAAB26-E921-4503-9FB9-25B5B754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d2fdee-5bc2-4e59-8f6d-8fb6c4a72a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B2B1C5C-23D7-423F-BA88-D457A7FC86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C05745-8AA6-4404-9C44-B9318814E580}">
  <ds:schemaRefs>
    <ds:schemaRef ds:uri="http://purl.org/dc/terms/"/>
    <ds:schemaRef ds:uri="cad2fdee-5bc2-4e59-8f6d-8fb6c4a72a29"/>
    <ds:schemaRef ds:uri="http://schemas.microsoft.com/office/infopath/2007/PartnerControl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520</Words>
  <Application>Microsoft Office PowerPoint</Application>
  <PresentationFormat>Personalizar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Calibri</vt:lpstr>
      <vt:lpstr>Open Sans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 Seiji Shiroma</dc:creator>
  <cp:lastModifiedBy>André   Seiji Shiroma</cp:lastModifiedBy>
  <cp:revision>4</cp:revision>
  <dcterms:created xsi:type="dcterms:W3CDTF">2006-08-16T00:00:00Z</dcterms:created>
  <dcterms:modified xsi:type="dcterms:W3CDTF">2026-05-03T20:42:03Z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0x010100F3CB940A1AFFE242948B49F7727FC6C5</vt:lpwstr>
  </property>
</Properties>
</file>